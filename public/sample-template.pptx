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Vollkorn" charset="1" panose="00000500000000000000"/>
      <p:regular r:id="rId13"/>
    </p:embeddedFont>
    <p:embeddedFont>
      <p:font typeface="Times New Roman Bold" charset="1" panose="02020803070505020304"/>
      <p:regular r:id="rId14"/>
    </p:embeddedFont>
    <p:embeddedFont>
      <p:font typeface="Open Sans Bold" charset="1" panose="00000000000000000000"/>
      <p:regular r:id="rId15"/>
    </p:embeddedFont>
    <p:embeddedFont>
      <p:font typeface="Canva Sans" charset="1" panose="020B0503030501040103"/>
      <p:regular r:id="rId16"/>
    </p:embeddedFont>
    <p:embeddedFont>
      <p:font typeface="Open San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15100" y="204611"/>
            <a:ext cx="1900850" cy="1900850"/>
          </a:xfrm>
          <a:custGeom>
            <a:avLst/>
            <a:gdLst/>
            <a:ahLst/>
            <a:cxnLst/>
            <a:rect r="r" b="b" t="t" l="l"/>
            <a:pathLst>
              <a:path h="1900850" w="1900850">
                <a:moveTo>
                  <a:pt x="0" y="0"/>
                </a:moveTo>
                <a:lnTo>
                  <a:pt x="1900850" y="0"/>
                </a:lnTo>
                <a:lnTo>
                  <a:pt x="1900850" y="1900850"/>
                </a:lnTo>
                <a:lnTo>
                  <a:pt x="0" y="1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95880" y="2993284"/>
            <a:ext cx="2570228" cy="2570228"/>
            <a:chOff x="0" y="0"/>
            <a:chExt cx="3426971" cy="342697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426971" cy="3426971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D9D9">
                  <a:alpha val="60000"/>
                </a:srgbClr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68890" y="268890"/>
              <a:ext cx="2889192" cy="2889192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5400000">
            <a:off x="12326699" y="4133427"/>
            <a:ext cx="6576801" cy="3288400"/>
            <a:chOff x="0" y="0"/>
            <a:chExt cx="660400" cy="330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30200"/>
            </a:xfrm>
            <a:custGeom>
              <a:avLst/>
              <a:gdLst/>
              <a:ahLst/>
              <a:cxnLst/>
              <a:rect r="r" b="b" t="t" l="l"/>
              <a:pathLst>
                <a:path h="330200" w="6604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6350"/>
              <a:ext cx="406400" cy="184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86557" y="2993284"/>
            <a:ext cx="5568686" cy="556868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186557" y="2819039"/>
            <a:ext cx="5917175" cy="5917175"/>
          </a:xfrm>
          <a:custGeom>
            <a:avLst/>
            <a:gdLst/>
            <a:ahLst/>
            <a:cxnLst/>
            <a:rect r="r" b="b" t="t" l="l"/>
            <a:pathLst>
              <a:path h="5917175" w="5917175">
                <a:moveTo>
                  <a:pt x="0" y="0"/>
                </a:moveTo>
                <a:lnTo>
                  <a:pt x="5917175" y="0"/>
                </a:lnTo>
                <a:lnTo>
                  <a:pt x="5917175" y="5917176"/>
                </a:lnTo>
                <a:lnTo>
                  <a:pt x="0" y="5917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395880" y="7379557"/>
            <a:ext cx="1543050" cy="154305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>
                <a:alpha val="6000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118672" y="495727"/>
            <a:ext cx="7847436" cy="1185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5"/>
              </a:lnSpc>
            </a:pPr>
            <a:r>
              <a:rPr lang="en-US" sz="696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Vollkorn"/>
                <a:ea typeface="Vollkorn"/>
                <a:cs typeface="Vollkorn"/>
                <a:sym typeface="Vollkorn"/>
              </a:rPr>
              <a:t>IGNITE 2K26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08825" y="1874350"/>
            <a:ext cx="3070350" cy="141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  <a:p>
            <a:pPr algn="ctr">
              <a:lnSpc>
                <a:spcPts val="56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79142" y="3296718"/>
            <a:ext cx="7187913" cy="543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5" indent="-291463" lvl="1">
              <a:lnSpc>
                <a:spcPts val="3914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 ID –</a:t>
            </a:r>
          </a:p>
          <a:p>
            <a:pPr algn="l">
              <a:lnSpc>
                <a:spcPts val="3914"/>
              </a:lnSpc>
            </a:pPr>
          </a:p>
          <a:p>
            <a:pPr algn="l" marL="582925" indent="-291463" lvl="1">
              <a:lnSpc>
                <a:spcPts val="3914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Problem Statement Title –</a:t>
            </a:r>
          </a:p>
          <a:p>
            <a:pPr algn="l">
              <a:lnSpc>
                <a:spcPts val="3914"/>
              </a:lnSpc>
            </a:pPr>
          </a:p>
          <a:p>
            <a:pPr algn="l" marL="582925" indent="-291463" lvl="1">
              <a:lnSpc>
                <a:spcPts val="3914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Theme –</a:t>
            </a:r>
          </a:p>
          <a:p>
            <a:pPr algn="l">
              <a:lnSpc>
                <a:spcPts val="3914"/>
              </a:lnSpc>
            </a:pPr>
          </a:p>
          <a:p>
            <a:pPr algn="l" marL="582925" indent="-291463" lvl="1">
              <a:lnSpc>
                <a:spcPts val="3914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PS Category – Software/Hardware –</a:t>
            </a:r>
          </a:p>
          <a:p>
            <a:pPr algn="l">
              <a:lnSpc>
                <a:spcPts val="3914"/>
              </a:lnSpc>
            </a:pPr>
          </a:p>
          <a:p>
            <a:pPr algn="l" marL="582925" indent="-291463" lvl="1">
              <a:lnSpc>
                <a:spcPts val="3914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Team ID –</a:t>
            </a:r>
          </a:p>
          <a:p>
            <a:pPr algn="l">
              <a:lnSpc>
                <a:spcPts val="3914"/>
              </a:lnSpc>
            </a:pPr>
          </a:p>
          <a:p>
            <a:pPr algn="l" marL="582925" indent="-291463" lvl="1">
              <a:lnSpc>
                <a:spcPts val="3914"/>
              </a:lnSpc>
              <a:buFont typeface="Arial"/>
              <a:buChar char="•"/>
            </a:pPr>
            <a:r>
              <a:rPr lang="en-US" b="true" sz="26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Team Name -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52215" y="546926"/>
            <a:ext cx="1900850" cy="1900850"/>
          </a:xfrm>
          <a:custGeom>
            <a:avLst/>
            <a:gdLst/>
            <a:ahLst/>
            <a:cxnLst/>
            <a:rect r="r" b="b" t="t" l="l"/>
            <a:pathLst>
              <a:path h="1900850" w="1900850">
                <a:moveTo>
                  <a:pt x="0" y="0"/>
                </a:moveTo>
                <a:lnTo>
                  <a:pt x="1900849" y="0"/>
                </a:lnTo>
                <a:lnTo>
                  <a:pt x="1900849" y="1900850"/>
                </a:lnTo>
                <a:lnTo>
                  <a:pt x="0" y="1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4614" y="736842"/>
            <a:ext cx="2720530" cy="1521019"/>
            <a:chOff x="0" y="0"/>
            <a:chExt cx="3627373" cy="202802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627373" cy="2028026"/>
              <a:chOff x="0" y="0"/>
              <a:chExt cx="895448" cy="50063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95448" cy="500635"/>
              </a:xfrm>
              <a:custGeom>
                <a:avLst/>
                <a:gdLst/>
                <a:ahLst/>
                <a:cxnLst/>
                <a:rect r="r" b="b" t="t" l="l"/>
                <a:pathLst>
                  <a:path h="500635" w="895448">
                    <a:moveTo>
                      <a:pt x="52373" y="0"/>
                    </a:moveTo>
                    <a:lnTo>
                      <a:pt x="843075" y="0"/>
                    </a:lnTo>
                    <a:cubicBezTo>
                      <a:pt x="856965" y="0"/>
                      <a:pt x="870286" y="5518"/>
                      <a:pt x="880108" y="15340"/>
                    </a:cubicBezTo>
                    <a:cubicBezTo>
                      <a:pt x="889930" y="25162"/>
                      <a:pt x="895448" y="38483"/>
                      <a:pt x="895448" y="52373"/>
                    </a:cubicBezTo>
                    <a:lnTo>
                      <a:pt x="895448" y="448262"/>
                    </a:lnTo>
                    <a:cubicBezTo>
                      <a:pt x="895448" y="462152"/>
                      <a:pt x="889930" y="475474"/>
                      <a:pt x="880108" y="485296"/>
                    </a:cubicBezTo>
                    <a:cubicBezTo>
                      <a:pt x="870286" y="495118"/>
                      <a:pt x="856965" y="500635"/>
                      <a:pt x="843075" y="500635"/>
                    </a:cubicBezTo>
                    <a:lnTo>
                      <a:pt x="52373" y="500635"/>
                    </a:lnTo>
                    <a:cubicBezTo>
                      <a:pt x="38483" y="500635"/>
                      <a:pt x="25162" y="495118"/>
                      <a:pt x="15340" y="485296"/>
                    </a:cubicBezTo>
                    <a:cubicBezTo>
                      <a:pt x="5518" y="475474"/>
                      <a:pt x="0" y="462152"/>
                      <a:pt x="0" y="448262"/>
                    </a:cubicBezTo>
                    <a:lnTo>
                      <a:pt x="0" y="52373"/>
                    </a:lnTo>
                    <a:cubicBezTo>
                      <a:pt x="0" y="38483"/>
                      <a:pt x="5518" y="25162"/>
                      <a:pt x="15340" y="15340"/>
                    </a:cubicBezTo>
                    <a:cubicBezTo>
                      <a:pt x="25162" y="5518"/>
                      <a:pt x="38483" y="0"/>
                      <a:pt x="523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95448" cy="5387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22703" y="354116"/>
              <a:ext cx="3181967" cy="1272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Team </a:t>
              </a:r>
            </a:p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Name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499924"/>
            <a:ext cx="18288000" cy="787076"/>
            <a:chOff x="0" y="0"/>
            <a:chExt cx="4816593" cy="207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07296"/>
            </a:xfrm>
            <a:custGeom>
              <a:avLst/>
              <a:gdLst/>
              <a:ahLst/>
              <a:cxnLst/>
              <a:rect r="r" b="b" t="t" l="l"/>
              <a:pathLst>
                <a:path h="207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7296"/>
                  </a:lnTo>
                  <a:lnTo>
                    <a:pt x="0" y="207296"/>
                  </a:lnTo>
                  <a:close/>
                </a:path>
              </a:pathLst>
            </a:custGeom>
            <a:solidFill>
              <a:srgbClr val="6652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4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977445" y="933450"/>
            <a:ext cx="2912467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0009" y="4031266"/>
            <a:ext cx="15047982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98820" indent="-399410" lvl="1">
              <a:lnSpc>
                <a:spcPts val="5179"/>
              </a:lnSpc>
              <a:buFont typeface="Arial"/>
              <a:buChar char="•"/>
            </a:pPr>
            <a:r>
              <a:rPr lang="en-US" b="true" sz="3699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Proposed Solution (Describe your Idea/Solution/Prototype)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05999" y="5336360"/>
            <a:ext cx="12361500" cy="1825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Detailed explanation of the proposed solution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How it addresses the problem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Innovation and uniqueness of the solution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83077" y="9704587"/>
            <a:ext cx="6321847" cy="37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@ IGNITE 2K26 IDEA SUBMISSION -TEMPLATE</a:t>
            </a: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52215" y="546926"/>
            <a:ext cx="1900850" cy="1900850"/>
          </a:xfrm>
          <a:custGeom>
            <a:avLst/>
            <a:gdLst/>
            <a:ahLst/>
            <a:cxnLst/>
            <a:rect r="r" b="b" t="t" l="l"/>
            <a:pathLst>
              <a:path h="1900850" w="1900850">
                <a:moveTo>
                  <a:pt x="0" y="0"/>
                </a:moveTo>
                <a:lnTo>
                  <a:pt x="1900849" y="0"/>
                </a:lnTo>
                <a:lnTo>
                  <a:pt x="1900849" y="1900850"/>
                </a:lnTo>
                <a:lnTo>
                  <a:pt x="0" y="1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4614" y="736842"/>
            <a:ext cx="2720530" cy="1521019"/>
            <a:chOff x="0" y="0"/>
            <a:chExt cx="3627373" cy="202802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627373" cy="2028026"/>
              <a:chOff x="0" y="0"/>
              <a:chExt cx="895448" cy="50063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95448" cy="500635"/>
              </a:xfrm>
              <a:custGeom>
                <a:avLst/>
                <a:gdLst/>
                <a:ahLst/>
                <a:cxnLst/>
                <a:rect r="r" b="b" t="t" l="l"/>
                <a:pathLst>
                  <a:path h="500635" w="895448">
                    <a:moveTo>
                      <a:pt x="52373" y="0"/>
                    </a:moveTo>
                    <a:lnTo>
                      <a:pt x="843075" y="0"/>
                    </a:lnTo>
                    <a:cubicBezTo>
                      <a:pt x="856965" y="0"/>
                      <a:pt x="870286" y="5518"/>
                      <a:pt x="880108" y="15340"/>
                    </a:cubicBezTo>
                    <a:cubicBezTo>
                      <a:pt x="889930" y="25162"/>
                      <a:pt x="895448" y="38483"/>
                      <a:pt x="895448" y="52373"/>
                    </a:cubicBezTo>
                    <a:lnTo>
                      <a:pt x="895448" y="448262"/>
                    </a:lnTo>
                    <a:cubicBezTo>
                      <a:pt x="895448" y="462152"/>
                      <a:pt x="889930" y="475474"/>
                      <a:pt x="880108" y="485296"/>
                    </a:cubicBezTo>
                    <a:cubicBezTo>
                      <a:pt x="870286" y="495118"/>
                      <a:pt x="856965" y="500635"/>
                      <a:pt x="843075" y="500635"/>
                    </a:cubicBezTo>
                    <a:lnTo>
                      <a:pt x="52373" y="500635"/>
                    </a:lnTo>
                    <a:cubicBezTo>
                      <a:pt x="38483" y="500635"/>
                      <a:pt x="25162" y="495118"/>
                      <a:pt x="15340" y="485296"/>
                    </a:cubicBezTo>
                    <a:cubicBezTo>
                      <a:pt x="5518" y="475474"/>
                      <a:pt x="0" y="462152"/>
                      <a:pt x="0" y="448262"/>
                    </a:cubicBezTo>
                    <a:lnTo>
                      <a:pt x="0" y="52373"/>
                    </a:lnTo>
                    <a:cubicBezTo>
                      <a:pt x="0" y="38483"/>
                      <a:pt x="5518" y="25162"/>
                      <a:pt x="15340" y="15340"/>
                    </a:cubicBezTo>
                    <a:cubicBezTo>
                      <a:pt x="25162" y="5518"/>
                      <a:pt x="38483" y="0"/>
                      <a:pt x="523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95448" cy="5387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22703" y="354116"/>
              <a:ext cx="3181967" cy="1272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Team </a:t>
              </a:r>
            </a:p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Name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499924"/>
            <a:ext cx="18288000" cy="787076"/>
            <a:chOff x="0" y="0"/>
            <a:chExt cx="4816593" cy="207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07296"/>
            </a:xfrm>
            <a:custGeom>
              <a:avLst/>
              <a:gdLst/>
              <a:ahLst/>
              <a:cxnLst/>
              <a:rect r="r" b="b" t="t" l="l"/>
              <a:pathLst>
                <a:path h="207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7296"/>
                  </a:lnTo>
                  <a:lnTo>
                    <a:pt x="0" y="207296"/>
                  </a:lnTo>
                  <a:close/>
                </a:path>
              </a:pathLst>
            </a:custGeom>
            <a:solidFill>
              <a:srgbClr val="6652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4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421119" y="933450"/>
            <a:ext cx="6025121" cy="69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52929" y="3695880"/>
            <a:ext cx="12361500" cy="3683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echnologies to be used (e.g. programming languages, frameworks, hardware)</a:t>
            </a:r>
          </a:p>
          <a:p>
            <a:pPr algn="l">
              <a:lnSpc>
                <a:spcPts val="4899"/>
              </a:lnSpc>
            </a:pP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Methodology and process for implementation (Flow Charts/Images/ working prototype)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83077" y="9704587"/>
            <a:ext cx="6321847" cy="76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@ IGNITE 2K26 IDEA SUBMISSION -TEMPLATE  </a:t>
            </a:r>
          </a:p>
          <a:p>
            <a:pPr algn="ctr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52215" y="546926"/>
            <a:ext cx="1900850" cy="1900850"/>
          </a:xfrm>
          <a:custGeom>
            <a:avLst/>
            <a:gdLst/>
            <a:ahLst/>
            <a:cxnLst/>
            <a:rect r="r" b="b" t="t" l="l"/>
            <a:pathLst>
              <a:path h="1900850" w="1900850">
                <a:moveTo>
                  <a:pt x="0" y="0"/>
                </a:moveTo>
                <a:lnTo>
                  <a:pt x="1900849" y="0"/>
                </a:lnTo>
                <a:lnTo>
                  <a:pt x="1900849" y="1900850"/>
                </a:lnTo>
                <a:lnTo>
                  <a:pt x="0" y="1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4614" y="736842"/>
            <a:ext cx="2720530" cy="1521019"/>
            <a:chOff x="0" y="0"/>
            <a:chExt cx="3627373" cy="202802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627373" cy="2028026"/>
              <a:chOff x="0" y="0"/>
              <a:chExt cx="895448" cy="50063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95448" cy="500635"/>
              </a:xfrm>
              <a:custGeom>
                <a:avLst/>
                <a:gdLst/>
                <a:ahLst/>
                <a:cxnLst/>
                <a:rect r="r" b="b" t="t" l="l"/>
                <a:pathLst>
                  <a:path h="500635" w="895448">
                    <a:moveTo>
                      <a:pt x="52373" y="0"/>
                    </a:moveTo>
                    <a:lnTo>
                      <a:pt x="843075" y="0"/>
                    </a:lnTo>
                    <a:cubicBezTo>
                      <a:pt x="856965" y="0"/>
                      <a:pt x="870286" y="5518"/>
                      <a:pt x="880108" y="15340"/>
                    </a:cubicBezTo>
                    <a:cubicBezTo>
                      <a:pt x="889930" y="25162"/>
                      <a:pt x="895448" y="38483"/>
                      <a:pt x="895448" y="52373"/>
                    </a:cubicBezTo>
                    <a:lnTo>
                      <a:pt x="895448" y="448262"/>
                    </a:lnTo>
                    <a:cubicBezTo>
                      <a:pt x="895448" y="462152"/>
                      <a:pt x="889930" y="475474"/>
                      <a:pt x="880108" y="485296"/>
                    </a:cubicBezTo>
                    <a:cubicBezTo>
                      <a:pt x="870286" y="495118"/>
                      <a:pt x="856965" y="500635"/>
                      <a:pt x="843075" y="500635"/>
                    </a:cubicBezTo>
                    <a:lnTo>
                      <a:pt x="52373" y="500635"/>
                    </a:lnTo>
                    <a:cubicBezTo>
                      <a:pt x="38483" y="500635"/>
                      <a:pt x="25162" y="495118"/>
                      <a:pt x="15340" y="485296"/>
                    </a:cubicBezTo>
                    <a:cubicBezTo>
                      <a:pt x="5518" y="475474"/>
                      <a:pt x="0" y="462152"/>
                      <a:pt x="0" y="448262"/>
                    </a:cubicBezTo>
                    <a:lnTo>
                      <a:pt x="0" y="52373"/>
                    </a:lnTo>
                    <a:cubicBezTo>
                      <a:pt x="0" y="38483"/>
                      <a:pt x="5518" y="25162"/>
                      <a:pt x="15340" y="15340"/>
                    </a:cubicBezTo>
                    <a:cubicBezTo>
                      <a:pt x="25162" y="5518"/>
                      <a:pt x="38483" y="0"/>
                      <a:pt x="523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95448" cy="5387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22703" y="354116"/>
              <a:ext cx="3181967" cy="1272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Team </a:t>
              </a:r>
            </a:p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Name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499924"/>
            <a:ext cx="18288000" cy="787076"/>
            <a:chOff x="0" y="0"/>
            <a:chExt cx="4816593" cy="207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07296"/>
            </a:xfrm>
            <a:custGeom>
              <a:avLst/>
              <a:gdLst/>
              <a:ahLst/>
              <a:cxnLst/>
              <a:rect r="r" b="b" t="t" l="l"/>
              <a:pathLst>
                <a:path h="207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7296"/>
                  </a:lnTo>
                  <a:lnTo>
                    <a:pt x="0" y="207296"/>
                  </a:lnTo>
                  <a:close/>
                </a:path>
              </a:pathLst>
            </a:custGeom>
            <a:solidFill>
              <a:srgbClr val="6652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4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792413" y="933450"/>
            <a:ext cx="7282532" cy="69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52929" y="4315005"/>
            <a:ext cx="12361500" cy="244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nalysis of the feasibility of the idea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Potential challenges and risks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Strategies for overcoming these challenges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83077" y="9704587"/>
            <a:ext cx="6321847" cy="76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@ IGNITE 2K26 IDEA SUBMISSION -TEMPLATE  </a:t>
            </a:r>
          </a:p>
          <a:p>
            <a:pPr algn="ctr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52215" y="546926"/>
            <a:ext cx="1900850" cy="1900850"/>
          </a:xfrm>
          <a:custGeom>
            <a:avLst/>
            <a:gdLst/>
            <a:ahLst/>
            <a:cxnLst/>
            <a:rect r="r" b="b" t="t" l="l"/>
            <a:pathLst>
              <a:path h="1900850" w="1900850">
                <a:moveTo>
                  <a:pt x="0" y="0"/>
                </a:moveTo>
                <a:lnTo>
                  <a:pt x="1900849" y="0"/>
                </a:lnTo>
                <a:lnTo>
                  <a:pt x="1900849" y="1900850"/>
                </a:lnTo>
                <a:lnTo>
                  <a:pt x="0" y="1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4614" y="736842"/>
            <a:ext cx="2720530" cy="1521019"/>
            <a:chOff x="0" y="0"/>
            <a:chExt cx="3627373" cy="202802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627373" cy="2028026"/>
              <a:chOff x="0" y="0"/>
              <a:chExt cx="895448" cy="50063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95448" cy="500635"/>
              </a:xfrm>
              <a:custGeom>
                <a:avLst/>
                <a:gdLst/>
                <a:ahLst/>
                <a:cxnLst/>
                <a:rect r="r" b="b" t="t" l="l"/>
                <a:pathLst>
                  <a:path h="500635" w="895448">
                    <a:moveTo>
                      <a:pt x="52373" y="0"/>
                    </a:moveTo>
                    <a:lnTo>
                      <a:pt x="843075" y="0"/>
                    </a:lnTo>
                    <a:cubicBezTo>
                      <a:pt x="856965" y="0"/>
                      <a:pt x="870286" y="5518"/>
                      <a:pt x="880108" y="15340"/>
                    </a:cubicBezTo>
                    <a:cubicBezTo>
                      <a:pt x="889930" y="25162"/>
                      <a:pt x="895448" y="38483"/>
                      <a:pt x="895448" y="52373"/>
                    </a:cubicBezTo>
                    <a:lnTo>
                      <a:pt x="895448" y="448262"/>
                    </a:lnTo>
                    <a:cubicBezTo>
                      <a:pt x="895448" y="462152"/>
                      <a:pt x="889930" y="475474"/>
                      <a:pt x="880108" y="485296"/>
                    </a:cubicBezTo>
                    <a:cubicBezTo>
                      <a:pt x="870286" y="495118"/>
                      <a:pt x="856965" y="500635"/>
                      <a:pt x="843075" y="500635"/>
                    </a:cubicBezTo>
                    <a:lnTo>
                      <a:pt x="52373" y="500635"/>
                    </a:lnTo>
                    <a:cubicBezTo>
                      <a:pt x="38483" y="500635"/>
                      <a:pt x="25162" y="495118"/>
                      <a:pt x="15340" y="485296"/>
                    </a:cubicBezTo>
                    <a:cubicBezTo>
                      <a:pt x="5518" y="475474"/>
                      <a:pt x="0" y="462152"/>
                      <a:pt x="0" y="448262"/>
                    </a:cubicBezTo>
                    <a:lnTo>
                      <a:pt x="0" y="52373"/>
                    </a:lnTo>
                    <a:cubicBezTo>
                      <a:pt x="0" y="38483"/>
                      <a:pt x="5518" y="25162"/>
                      <a:pt x="15340" y="15340"/>
                    </a:cubicBezTo>
                    <a:cubicBezTo>
                      <a:pt x="25162" y="5518"/>
                      <a:pt x="38483" y="0"/>
                      <a:pt x="523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95448" cy="5387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22703" y="354116"/>
              <a:ext cx="3181967" cy="1272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Team </a:t>
              </a:r>
            </a:p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Name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499924"/>
            <a:ext cx="18288000" cy="787076"/>
            <a:chOff x="0" y="0"/>
            <a:chExt cx="4816593" cy="207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07296"/>
            </a:xfrm>
            <a:custGeom>
              <a:avLst/>
              <a:gdLst/>
              <a:ahLst/>
              <a:cxnLst/>
              <a:rect r="r" b="b" t="t" l="l"/>
              <a:pathLst>
                <a:path h="207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7296"/>
                  </a:lnTo>
                  <a:lnTo>
                    <a:pt x="0" y="207296"/>
                  </a:lnTo>
                  <a:close/>
                </a:path>
              </a:pathLst>
            </a:custGeom>
            <a:solidFill>
              <a:srgbClr val="6652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4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507904" y="933450"/>
            <a:ext cx="5851550" cy="69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15143" y="4005442"/>
            <a:ext cx="12361500" cy="306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Pote</a:t>
            </a: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ntial impact on the target audience</a:t>
            </a:r>
          </a:p>
          <a:p>
            <a:pPr algn="l">
              <a:lnSpc>
                <a:spcPts val="4899"/>
              </a:lnSpc>
            </a:pP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Benefits of the solution (social, economic, environmental, etc.)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83077" y="9704587"/>
            <a:ext cx="6321847" cy="76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@ IGNITE 2K26 IDEA SUBMISSION -TEMPLATE  </a:t>
            </a:r>
          </a:p>
          <a:p>
            <a:pPr algn="ctr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52215" y="546926"/>
            <a:ext cx="1900850" cy="1900850"/>
          </a:xfrm>
          <a:custGeom>
            <a:avLst/>
            <a:gdLst/>
            <a:ahLst/>
            <a:cxnLst/>
            <a:rect r="r" b="b" t="t" l="l"/>
            <a:pathLst>
              <a:path h="1900850" w="1900850">
                <a:moveTo>
                  <a:pt x="0" y="0"/>
                </a:moveTo>
                <a:lnTo>
                  <a:pt x="1900849" y="0"/>
                </a:lnTo>
                <a:lnTo>
                  <a:pt x="1900849" y="1900850"/>
                </a:lnTo>
                <a:lnTo>
                  <a:pt x="0" y="1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4614" y="736842"/>
            <a:ext cx="2720530" cy="1521019"/>
            <a:chOff x="0" y="0"/>
            <a:chExt cx="3627373" cy="202802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627373" cy="2028026"/>
              <a:chOff x="0" y="0"/>
              <a:chExt cx="895448" cy="50063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95448" cy="500635"/>
              </a:xfrm>
              <a:custGeom>
                <a:avLst/>
                <a:gdLst/>
                <a:ahLst/>
                <a:cxnLst/>
                <a:rect r="r" b="b" t="t" l="l"/>
                <a:pathLst>
                  <a:path h="500635" w="895448">
                    <a:moveTo>
                      <a:pt x="52373" y="0"/>
                    </a:moveTo>
                    <a:lnTo>
                      <a:pt x="843075" y="0"/>
                    </a:lnTo>
                    <a:cubicBezTo>
                      <a:pt x="856965" y="0"/>
                      <a:pt x="870286" y="5518"/>
                      <a:pt x="880108" y="15340"/>
                    </a:cubicBezTo>
                    <a:cubicBezTo>
                      <a:pt x="889930" y="25162"/>
                      <a:pt x="895448" y="38483"/>
                      <a:pt x="895448" y="52373"/>
                    </a:cubicBezTo>
                    <a:lnTo>
                      <a:pt x="895448" y="448262"/>
                    </a:lnTo>
                    <a:cubicBezTo>
                      <a:pt x="895448" y="462152"/>
                      <a:pt x="889930" y="475474"/>
                      <a:pt x="880108" y="485296"/>
                    </a:cubicBezTo>
                    <a:cubicBezTo>
                      <a:pt x="870286" y="495118"/>
                      <a:pt x="856965" y="500635"/>
                      <a:pt x="843075" y="500635"/>
                    </a:cubicBezTo>
                    <a:lnTo>
                      <a:pt x="52373" y="500635"/>
                    </a:lnTo>
                    <a:cubicBezTo>
                      <a:pt x="38483" y="500635"/>
                      <a:pt x="25162" y="495118"/>
                      <a:pt x="15340" y="485296"/>
                    </a:cubicBezTo>
                    <a:cubicBezTo>
                      <a:pt x="5518" y="475474"/>
                      <a:pt x="0" y="462152"/>
                      <a:pt x="0" y="448262"/>
                    </a:cubicBezTo>
                    <a:lnTo>
                      <a:pt x="0" y="52373"/>
                    </a:lnTo>
                    <a:cubicBezTo>
                      <a:pt x="0" y="38483"/>
                      <a:pt x="5518" y="25162"/>
                      <a:pt x="15340" y="15340"/>
                    </a:cubicBezTo>
                    <a:cubicBezTo>
                      <a:pt x="25162" y="5518"/>
                      <a:pt x="38483" y="0"/>
                      <a:pt x="523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95448" cy="5387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22703" y="354116"/>
              <a:ext cx="3181967" cy="1272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Team </a:t>
              </a:r>
            </a:p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Name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499924"/>
            <a:ext cx="18288000" cy="787076"/>
            <a:chOff x="0" y="0"/>
            <a:chExt cx="4816593" cy="207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07296"/>
            </a:xfrm>
            <a:custGeom>
              <a:avLst/>
              <a:gdLst/>
              <a:ahLst/>
              <a:cxnLst/>
              <a:rect r="r" b="b" t="t" l="l"/>
              <a:pathLst>
                <a:path h="207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7296"/>
                  </a:lnTo>
                  <a:lnTo>
                    <a:pt x="0" y="207296"/>
                  </a:lnTo>
                  <a:close/>
                </a:path>
              </a:pathLst>
            </a:custGeom>
            <a:solidFill>
              <a:srgbClr val="6652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4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651770" y="933450"/>
            <a:ext cx="7563817" cy="69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20311" y="4821237"/>
            <a:ext cx="12361500" cy="58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</a:t>
            </a: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tails / Links of the reference and research 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83077" y="9704587"/>
            <a:ext cx="6321847" cy="76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@ IGNITE 2K26 IDEA SUBMISSION -TEMPLATE  </a:t>
            </a:r>
          </a:p>
          <a:p>
            <a:pPr algn="ctr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52215" y="546926"/>
            <a:ext cx="1900850" cy="1900850"/>
          </a:xfrm>
          <a:custGeom>
            <a:avLst/>
            <a:gdLst/>
            <a:ahLst/>
            <a:cxnLst/>
            <a:rect r="r" b="b" t="t" l="l"/>
            <a:pathLst>
              <a:path h="1900850" w="1900850">
                <a:moveTo>
                  <a:pt x="0" y="0"/>
                </a:moveTo>
                <a:lnTo>
                  <a:pt x="1900849" y="0"/>
                </a:lnTo>
                <a:lnTo>
                  <a:pt x="1900849" y="1900850"/>
                </a:lnTo>
                <a:lnTo>
                  <a:pt x="0" y="1900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4614" y="736842"/>
            <a:ext cx="2720530" cy="1521019"/>
            <a:chOff x="0" y="0"/>
            <a:chExt cx="3627373" cy="202802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627373" cy="2028026"/>
              <a:chOff x="0" y="0"/>
              <a:chExt cx="895448" cy="50063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95448" cy="500635"/>
              </a:xfrm>
              <a:custGeom>
                <a:avLst/>
                <a:gdLst/>
                <a:ahLst/>
                <a:cxnLst/>
                <a:rect r="r" b="b" t="t" l="l"/>
                <a:pathLst>
                  <a:path h="500635" w="895448">
                    <a:moveTo>
                      <a:pt x="52373" y="0"/>
                    </a:moveTo>
                    <a:lnTo>
                      <a:pt x="843075" y="0"/>
                    </a:lnTo>
                    <a:cubicBezTo>
                      <a:pt x="856965" y="0"/>
                      <a:pt x="870286" y="5518"/>
                      <a:pt x="880108" y="15340"/>
                    </a:cubicBezTo>
                    <a:cubicBezTo>
                      <a:pt x="889930" y="25162"/>
                      <a:pt x="895448" y="38483"/>
                      <a:pt x="895448" y="52373"/>
                    </a:cubicBezTo>
                    <a:lnTo>
                      <a:pt x="895448" y="448262"/>
                    </a:lnTo>
                    <a:cubicBezTo>
                      <a:pt x="895448" y="462152"/>
                      <a:pt x="889930" y="475474"/>
                      <a:pt x="880108" y="485296"/>
                    </a:cubicBezTo>
                    <a:cubicBezTo>
                      <a:pt x="870286" y="495118"/>
                      <a:pt x="856965" y="500635"/>
                      <a:pt x="843075" y="500635"/>
                    </a:cubicBezTo>
                    <a:lnTo>
                      <a:pt x="52373" y="500635"/>
                    </a:lnTo>
                    <a:cubicBezTo>
                      <a:pt x="38483" y="500635"/>
                      <a:pt x="25162" y="495118"/>
                      <a:pt x="15340" y="485296"/>
                    </a:cubicBezTo>
                    <a:cubicBezTo>
                      <a:pt x="5518" y="475474"/>
                      <a:pt x="0" y="462152"/>
                      <a:pt x="0" y="448262"/>
                    </a:cubicBezTo>
                    <a:lnTo>
                      <a:pt x="0" y="52373"/>
                    </a:lnTo>
                    <a:cubicBezTo>
                      <a:pt x="0" y="38483"/>
                      <a:pt x="5518" y="25162"/>
                      <a:pt x="15340" y="15340"/>
                    </a:cubicBezTo>
                    <a:cubicBezTo>
                      <a:pt x="25162" y="5518"/>
                      <a:pt x="38483" y="0"/>
                      <a:pt x="523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895448" cy="5387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22703" y="354116"/>
              <a:ext cx="3181967" cy="12721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Team </a:t>
              </a:r>
            </a:p>
            <a:p>
              <a:pPr algn="ctr">
                <a:lnSpc>
                  <a:spcPts val="3957"/>
                </a:lnSpc>
              </a:pPr>
              <a:r>
                <a:rPr lang="en-US" sz="282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Name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499924"/>
            <a:ext cx="18288000" cy="787076"/>
            <a:chOff x="0" y="0"/>
            <a:chExt cx="4816593" cy="2072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07296"/>
            </a:xfrm>
            <a:custGeom>
              <a:avLst/>
              <a:gdLst/>
              <a:ahLst/>
              <a:cxnLst/>
              <a:rect r="r" b="b" t="t" l="l"/>
              <a:pathLst>
                <a:path h="20729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07296"/>
                  </a:lnTo>
                  <a:lnTo>
                    <a:pt x="0" y="207296"/>
                  </a:lnTo>
                  <a:close/>
                </a:path>
              </a:pathLst>
            </a:custGeom>
            <a:solidFill>
              <a:srgbClr val="6652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24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167782" y="933450"/>
            <a:ext cx="9219898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5771" y="2865524"/>
            <a:ext cx="17396457" cy="615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Kindly keep </a:t>
            </a: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maximum slides limit up to six (6). ( Including the title slide) 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Try to avoid paragraphs and post your idea in points /diagrams / Infographics pictures 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Keep your explanation precise and easy to understand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Idea should be unique and novel. 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 can only use provided template for making the PPT without changing the idea details pointers (mentioned in previous slides).</a:t>
            </a:r>
          </a:p>
          <a:p>
            <a:pPr algn="l" marL="755641" indent="-377820" lvl="1">
              <a:lnSpc>
                <a:spcPts val="4899"/>
              </a:lnSpc>
              <a:buAutoNum type="arabicPeriod" startAt="1"/>
            </a:pPr>
            <a:r>
              <a:rPr lang="en-US" sz="3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You need to save the file in PDF and upload the same on portal. No PPT, Word Doc or any other format will be supported.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983077" y="9704587"/>
            <a:ext cx="6321847" cy="76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@ IGNITE 2K26 IDEA SUBMISSION -TEMPLATE  </a:t>
            </a:r>
          </a:p>
          <a:p>
            <a:pPr algn="ctr">
              <a:lnSpc>
                <a:spcPts val="308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DAHBT35x5jc</dc:identifier>
  <dcterms:modified xsi:type="dcterms:W3CDTF">2011-08-01T06:04:30Z</dcterms:modified>
  <cp:revision>1</cp:revision>
  <dc:title>IGNITE 2K26</dc:title>
</cp:coreProperties>
</file>