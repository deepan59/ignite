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3" r:id="rId4"/>
    <p:sldId id="264" r:id="rId5"/>
    <p:sldId id="258" r:id="rId6"/>
    <p:sldId id="265" r:id="rId7"/>
    <p:sldId id="259" r:id="rId8"/>
    <p:sldId id="266" r:id="rId9"/>
    <p:sldId id="267" r:id="rId10"/>
    <p:sldId id="260" r:id="rId11"/>
    <p:sldId id="268" r:id="rId12"/>
    <p:sldId id="261" r:id="rId13"/>
    <p:sldId id="262" r:id="rId14"/>
  </p:sldIdLst>
  <p:sldSz cx="18288000" cy="10287000"/>
  <p:notesSz cx="6858000" cy="9144000"/>
  <p:embeddedFontLst>
    <p:embeddedFont>
      <p:font typeface="Canva Sans" panose="020B0503030501040103"/>
      <p:regular r:id="rId15"/>
    </p:embeddedFont>
    <p:embeddedFont>
      <p:font typeface="Open Sans" panose="020B0606030504020204" pitchFamily="34" charset="0"/>
      <p:regular r:id="rId16"/>
    </p:embeddedFont>
    <p:embeddedFont>
      <p:font typeface="Open Sans Bold"/>
      <p:regular r:id="rId17"/>
    </p:embeddedFont>
    <p:embeddedFont>
      <p:font typeface="Times New Roman Bold" panose="02020803070505020304"/>
      <p:regular r:id="rId18"/>
      <p:bold r:id="rId19"/>
    </p:embeddedFont>
    <p:embeddedFont>
      <p:font typeface="Vollkorn" pitchFamily="2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82" y="17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font" Target="fonts/font4.fntdata" /><Relationship Id="rId3" Type="http://schemas.openxmlformats.org/officeDocument/2006/relationships/slide" Target="slides/slide2.xml" /><Relationship Id="rId21" Type="http://schemas.openxmlformats.org/officeDocument/2006/relationships/presProps" Target="presProps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font" Target="fonts/font3.fntdata" /><Relationship Id="rId2" Type="http://schemas.openxmlformats.org/officeDocument/2006/relationships/slide" Target="slides/slide1.xml" /><Relationship Id="rId16" Type="http://schemas.openxmlformats.org/officeDocument/2006/relationships/font" Target="fonts/font2.fntdata" /><Relationship Id="rId20" Type="http://schemas.openxmlformats.org/officeDocument/2006/relationships/font" Target="fonts/font6.fntdata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tableStyles" Target="tableStyles.xml" /><Relationship Id="rId5" Type="http://schemas.openxmlformats.org/officeDocument/2006/relationships/slide" Target="slides/slide4.xml" /><Relationship Id="rId15" Type="http://schemas.openxmlformats.org/officeDocument/2006/relationships/font" Target="fonts/font1.fntdata" /><Relationship Id="rId23" Type="http://schemas.openxmlformats.org/officeDocument/2006/relationships/theme" Target="theme/theme1.xml" /><Relationship Id="rId10" Type="http://schemas.openxmlformats.org/officeDocument/2006/relationships/slide" Target="slides/slide9.xml" /><Relationship Id="rId19" Type="http://schemas.openxmlformats.org/officeDocument/2006/relationships/font" Target="fonts/font5.fntdata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 /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615100" y="204611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50" y="0"/>
                </a:lnTo>
                <a:lnTo>
                  <a:pt x="1900850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0" name="TextBox 20"/>
          <p:cNvSpPr txBox="1"/>
          <p:nvPr/>
        </p:nvSpPr>
        <p:spPr>
          <a:xfrm>
            <a:off x="5118672" y="495727"/>
            <a:ext cx="7847436" cy="1185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45"/>
              </a:lnSpc>
            </a:pPr>
            <a:r>
              <a:rPr lang="en-US" sz="696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5CE1E6">
                        <a:alpha val="100000"/>
                      </a:srgbClr>
                    </a:gs>
                  </a:gsLst>
                  <a:lin ang="0"/>
                </a:gradFill>
                <a:latin typeface="Vollkorn"/>
                <a:ea typeface="Vollkorn"/>
                <a:cs typeface="Vollkorn"/>
                <a:sym typeface="Vollkorn"/>
              </a:rPr>
              <a:t>IGNITE 2K26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04812" y="1883844"/>
            <a:ext cx="4278375" cy="1412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  <a:p>
            <a:pPr algn="ctr">
              <a:lnSpc>
                <a:spcPts val="5600"/>
              </a:lnSpc>
            </a:pPr>
            <a:endParaRPr lang="en-US" sz="4000" b="1" u="sng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179142" y="3296718"/>
            <a:ext cx="16336808" cy="6466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82925" lvl="1" indent="-291463" algn="l">
              <a:lnSpc>
                <a:spcPts val="3914"/>
              </a:lnSpc>
              <a:buFont typeface="Arial"/>
              <a:buChar char="•"/>
            </a:pPr>
            <a:r>
              <a:rPr lang="en-US" sz="2699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 Statement ID –</a:t>
            </a:r>
          </a:p>
          <a:p>
            <a:pPr algn="l">
              <a:lnSpc>
                <a:spcPts val="3914"/>
              </a:lnSpc>
            </a:pPr>
            <a:endParaRPr lang="en-US" sz="2699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marL="582925" lvl="1" indent="-291463" algn="l">
              <a:lnSpc>
                <a:spcPts val="3914"/>
              </a:lnSpc>
              <a:buFont typeface="Arial"/>
              <a:buChar char="•"/>
            </a:pPr>
            <a:r>
              <a:rPr lang="en-US" sz="2699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Problem Statement Title –</a:t>
            </a:r>
          </a:p>
          <a:p>
            <a:pPr marL="291462" lvl="1" algn="l">
              <a:lnSpc>
                <a:spcPts val="3914"/>
              </a:lnSpc>
            </a:pPr>
            <a:endParaRPr lang="en-US" sz="2699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marL="291462" lvl="1" algn="l">
              <a:lnSpc>
                <a:spcPts val="3914"/>
              </a:lnSpc>
            </a:pPr>
            <a:endParaRPr lang="en-US" sz="2699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algn="l">
              <a:lnSpc>
                <a:spcPts val="3914"/>
              </a:lnSpc>
            </a:pPr>
            <a:endParaRPr lang="en-US" sz="2699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marL="582925" lvl="1" indent="-291463" algn="l">
              <a:lnSpc>
                <a:spcPts val="3914"/>
              </a:lnSpc>
              <a:buFont typeface="Arial"/>
              <a:buChar char="•"/>
            </a:pPr>
            <a:r>
              <a:rPr lang="en-US" sz="2699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Theme –</a:t>
            </a:r>
          </a:p>
          <a:p>
            <a:pPr algn="l">
              <a:lnSpc>
                <a:spcPts val="3914"/>
              </a:lnSpc>
            </a:pPr>
            <a:endParaRPr lang="en-US" sz="2699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marL="582925" lvl="1" indent="-291463" algn="l">
              <a:lnSpc>
                <a:spcPts val="3914"/>
              </a:lnSpc>
              <a:buFont typeface="Arial"/>
              <a:buChar char="•"/>
            </a:pPr>
            <a:r>
              <a:rPr lang="en-US" sz="2699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PS Category – Software/Hardware –</a:t>
            </a:r>
          </a:p>
          <a:p>
            <a:pPr algn="l">
              <a:lnSpc>
                <a:spcPts val="3914"/>
              </a:lnSpc>
            </a:pPr>
            <a:endParaRPr lang="en-US" sz="2699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marL="582925" lvl="1" indent="-291463" algn="l">
              <a:lnSpc>
                <a:spcPts val="3914"/>
              </a:lnSpc>
              <a:buFont typeface="Arial"/>
              <a:buChar char="•"/>
            </a:pPr>
            <a:r>
              <a:rPr lang="en-US" sz="2699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Team ID –</a:t>
            </a:r>
          </a:p>
          <a:p>
            <a:pPr algn="l">
              <a:lnSpc>
                <a:spcPts val="3914"/>
              </a:lnSpc>
            </a:pPr>
            <a:endParaRPr lang="en-US" sz="2699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marL="582925" lvl="1" indent="-291463" algn="l">
              <a:lnSpc>
                <a:spcPts val="3914"/>
              </a:lnSpc>
              <a:buFont typeface="Arial"/>
              <a:buChar char="•"/>
            </a:pPr>
            <a:r>
              <a:rPr lang="en-US" sz="2699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Team Name -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EAC92FC-F709-911A-E320-D24ED06FF8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67" t="39350" r="22500" b="15082"/>
          <a:stretch>
            <a:fillRect/>
          </a:stretch>
        </p:blipFill>
        <p:spPr>
          <a:xfrm>
            <a:off x="11301723" y="2781300"/>
            <a:ext cx="6214227" cy="56217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7364500" y="947255"/>
            <a:ext cx="4138355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 TITLE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20007" y="3009900"/>
            <a:ext cx="15047982" cy="629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98820" lvl="1" indent="-399410" algn="ctr">
              <a:lnSpc>
                <a:spcPts val="5179"/>
              </a:lnSpc>
              <a:buFont typeface="Arial"/>
              <a:buChar char="•"/>
            </a:pPr>
            <a:r>
              <a:rPr lang="en-US" sz="3699" b="1" u="sng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Proposed Solution (Describe your Idea/Solution/Prototype)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83077" y="9704587"/>
            <a:ext cx="6321847" cy="37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</a:t>
            </a: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AFEE4B22-7452-1BE7-9446-04526ACD2A36}"/>
              </a:ext>
            </a:extLst>
          </p:cNvPr>
          <p:cNvSpPr txBox="1"/>
          <p:nvPr/>
        </p:nvSpPr>
        <p:spPr>
          <a:xfrm>
            <a:off x="2590800" y="4602044"/>
            <a:ext cx="12361500" cy="3100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Detailed explanation of the proposed solution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7" name="Freeform 2">
            <a:extLst>
              <a:ext uri="{FF2B5EF4-FFF2-40B4-BE49-F238E27FC236}">
                <a16:creationId xmlns:a16="http://schemas.microsoft.com/office/drawing/2014/main" id="{43A6D5D1-F5EA-D3B5-20EA-8097AF4ECE05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4403-02B9-9A0A-68D7-086ABF43D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928D1E0-A209-1E2D-8461-FBD9FAD0190F}"/>
              </a:ext>
            </a:extLst>
          </p:cNvPr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747DFAF-810B-A01F-B286-38A559FEDC83}"/>
              </a:ext>
            </a:extLst>
          </p:cNvPr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E084C50-EBB2-EBFD-D08B-09DAA6B72A44}"/>
                </a:ext>
              </a:extLst>
            </p:cNvPr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ABDD7AE-F260-3C48-ED22-41FF5E80CAC9}"/>
                  </a:ext>
                </a:extLst>
              </p:cNvPr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33159EFC-139F-9B28-9F27-799BF0AF03C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803018D-241A-03C1-C7B7-9008E893B630}"/>
                </a:ext>
              </a:extLst>
            </p:cNvPr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2454410E-84FE-CF24-4AC1-E12D19DBF1DE}"/>
              </a:ext>
            </a:extLst>
          </p:cNvPr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B2886A79-750E-B622-7F2E-F370E2592018}"/>
                </a:ext>
              </a:extLst>
            </p:cNvPr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4E5BC319-8E48-8402-61B8-46DC5A58D9A3}"/>
                </a:ext>
              </a:extLst>
            </p:cNvPr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49A60355-087E-13BE-A75C-F7EC8DB68CD3}"/>
              </a:ext>
            </a:extLst>
          </p:cNvPr>
          <p:cNvSpPr txBox="1"/>
          <p:nvPr/>
        </p:nvSpPr>
        <p:spPr>
          <a:xfrm>
            <a:off x="1620007" y="3141979"/>
            <a:ext cx="15047982" cy="629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98820" lvl="1" indent="-399410" algn="ctr">
              <a:lnSpc>
                <a:spcPts val="5179"/>
              </a:lnSpc>
              <a:buFont typeface="Arial"/>
              <a:buChar char="•"/>
            </a:pPr>
            <a:r>
              <a:rPr lang="en-US" sz="3699" b="1" u="sng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Proposed Solution (Describe your Idea/Solution/Prototype)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62501A4-287C-CA1B-70A1-DF531388A89B}"/>
              </a:ext>
            </a:extLst>
          </p:cNvPr>
          <p:cNvSpPr txBox="1"/>
          <p:nvPr/>
        </p:nvSpPr>
        <p:spPr>
          <a:xfrm>
            <a:off x="5983077" y="9704587"/>
            <a:ext cx="6321847" cy="37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</a:t>
            </a: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989F669E-FDB9-DF0C-8F97-BCB1E3FB12D8}"/>
              </a:ext>
            </a:extLst>
          </p:cNvPr>
          <p:cNvSpPr txBox="1"/>
          <p:nvPr/>
        </p:nvSpPr>
        <p:spPr>
          <a:xfrm>
            <a:off x="2590800" y="4557508"/>
            <a:ext cx="12361500" cy="3100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How it addresses the problem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6" name="Freeform 2">
            <a:extLst>
              <a:ext uri="{FF2B5EF4-FFF2-40B4-BE49-F238E27FC236}">
                <a16:creationId xmlns:a16="http://schemas.microsoft.com/office/drawing/2014/main" id="{C574F648-F314-90DD-E9C3-7A1860F8DD73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C8864D-3DB5-9D0E-C94A-CDC27FAB441A}"/>
              </a:ext>
            </a:extLst>
          </p:cNvPr>
          <p:cNvSpPr txBox="1"/>
          <p:nvPr/>
        </p:nvSpPr>
        <p:spPr>
          <a:xfrm>
            <a:off x="4876193" y="867840"/>
            <a:ext cx="9144000" cy="76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 TITLE</a:t>
            </a:r>
          </a:p>
        </p:txBody>
      </p:sp>
    </p:spTree>
    <p:extLst>
      <p:ext uri="{BB962C8B-B14F-4D97-AF65-F5344CB8AC3E}">
        <p14:creationId xmlns:p14="http://schemas.microsoft.com/office/powerpoint/2010/main" val="1207845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6C09F-78D0-44A3-3876-71EBBB0F6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3B1E22D-B50A-0809-D902-DDE0CC4CE607}"/>
              </a:ext>
            </a:extLst>
          </p:cNvPr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D025142-62F1-4EE4-4F60-03C894EC0844}"/>
              </a:ext>
            </a:extLst>
          </p:cNvPr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4A386C7B-B932-76A5-2A77-0633AA9785CE}"/>
                </a:ext>
              </a:extLst>
            </p:cNvPr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4509168-BA3E-4815-EFD3-9B90973C213F}"/>
                  </a:ext>
                </a:extLst>
              </p:cNvPr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4EEC8CE-3317-45FC-0850-0B821C0BC6F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BAE2FA90-55E0-B465-6CA0-F30086AF63C4}"/>
                </a:ext>
              </a:extLst>
            </p:cNvPr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E01ADFD0-8AA0-52CC-1E72-35AC70FF1225}"/>
              </a:ext>
            </a:extLst>
          </p:cNvPr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0C03CFD-6210-027D-EB23-16130B8F5FF3}"/>
                </a:ext>
              </a:extLst>
            </p:cNvPr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450B615F-DF56-FD2A-865B-1DEA514262B1}"/>
                </a:ext>
              </a:extLst>
            </p:cNvPr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8459E9CA-6BFA-783E-DA3F-118FBDF25814}"/>
              </a:ext>
            </a:extLst>
          </p:cNvPr>
          <p:cNvSpPr txBox="1"/>
          <p:nvPr/>
        </p:nvSpPr>
        <p:spPr>
          <a:xfrm>
            <a:off x="7440700" y="845867"/>
            <a:ext cx="3985955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 TITLE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1DF7ECA-43A7-B2A2-1DE6-C5D646F0D8FA}"/>
              </a:ext>
            </a:extLst>
          </p:cNvPr>
          <p:cNvSpPr txBox="1"/>
          <p:nvPr/>
        </p:nvSpPr>
        <p:spPr>
          <a:xfrm>
            <a:off x="1620007" y="3141979"/>
            <a:ext cx="15047982" cy="629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98820" lvl="1" indent="-399410" algn="ctr">
              <a:lnSpc>
                <a:spcPts val="5179"/>
              </a:lnSpc>
              <a:buFont typeface="Arial"/>
              <a:buChar char="•"/>
            </a:pPr>
            <a:r>
              <a:rPr lang="en-US" sz="3699" b="1" u="sng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Proposed Solution (Describe your Idea/Solution/Prototype)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E61ECCC-8715-A383-3930-24225C0D5943}"/>
              </a:ext>
            </a:extLst>
          </p:cNvPr>
          <p:cNvSpPr txBox="1"/>
          <p:nvPr/>
        </p:nvSpPr>
        <p:spPr>
          <a:xfrm>
            <a:off x="5983077" y="9704587"/>
            <a:ext cx="6321847" cy="37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</a:t>
            </a: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B0A003EB-831D-D143-3AA7-DFBBA5613228}"/>
              </a:ext>
            </a:extLst>
          </p:cNvPr>
          <p:cNvSpPr txBox="1"/>
          <p:nvPr/>
        </p:nvSpPr>
        <p:spPr>
          <a:xfrm>
            <a:off x="2590800" y="4557508"/>
            <a:ext cx="12361500" cy="3100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Innovation and uniqueness of the solution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3" name="Freeform 2">
            <a:extLst>
              <a:ext uri="{FF2B5EF4-FFF2-40B4-BE49-F238E27FC236}">
                <a16:creationId xmlns:a16="http://schemas.microsoft.com/office/drawing/2014/main" id="{83B18C70-8ACA-31CA-9497-8D91CFD84B8A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4185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421119" y="933450"/>
            <a:ext cx="6990081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252929" y="3695880"/>
            <a:ext cx="12361500" cy="4357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Technologies to be used (e.g. programming languages, frameworks, hardware)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algn="l">
              <a:lnSpc>
                <a:spcPts val="4899"/>
              </a:lnSpc>
            </a:pPr>
            <a:endParaRPr lang="en-US" sz="34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4899"/>
              </a:lnSpc>
            </a:pPr>
            <a:endParaRPr lang="en-US" sz="34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Freeform 2">
            <a:extLst>
              <a:ext uri="{FF2B5EF4-FFF2-40B4-BE49-F238E27FC236}">
                <a16:creationId xmlns:a16="http://schemas.microsoft.com/office/drawing/2014/main" id="{CA3DAFC1-D380-568B-EBD6-EF3C17E7D2CE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6AA6B-C089-7194-60DC-D1BEAAA57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0120E0B-0759-C93F-3D39-95E57A217772}"/>
              </a:ext>
            </a:extLst>
          </p:cNvPr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141A9B-67C3-E1C0-CC78-D894901D1AED}"/>
              </a:ext>
            </a:extLst>
          </p:cNvPr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B46BD3F-6267-8ED4-A5FF-63BF730C6C7F}"/>
                </a:ext>
              </a:extLst>
            </p:cNvPr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C98930F-F19E-B560-5964-96D39CE41BDA}"/>
                  </a:ext>
                </a:extLst>
              </p:cNvPr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AE8057B-901E-4794-F9D7-4F36C93866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7DD4C10-7723-6401-CFA8-A549D3E8C1B4}"/>
                </a:ext>
              </a:extLst>
            </p:cNvPr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C826F09-474A-1AF3-35E5-8935C316DD43}"/>
              </a:ext>
            </a:extLst>
          </p:cNvPr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B3AD6091-BC63-CE9A-6C90-1E677ABE559E}"/>
                </a:ext>
              </a:extLst>
            </p:cNvPr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6E64FF3D-9351-19FF-F373-C49BA3383776}"/>
                </a:ext>
              </a:extLst>
            </p:cNvPr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9AA0C90-A2FF-2229-4F15-26438BE78CB2}"/>
              </a:ext>
            </a:extLst>
          </p:cNvPr>
          <p:cNvSpPr txBox="1"/>
          <p:nvPr/>
        </p:nvSpPr>
        <p:spPr>
          <a:xfrm>
            <a:off x="6421119" y="933450"/>
            <a:ext cx="6761481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A95B9C3-44AB-E2CA-D5C8-47A3E539AB28}"/>
              </a:ext>
            </a:extLst>
          </p:cNvPr>
          <p:cNvSpPr txBox="1"/>
          <p:nvPr/>
        </p:nvSpPr>
        <p:spPr>
          <a:xfrm>
            <a:off x="3252929" y="2400300"/>
            <a:ext cx="12361500" cy="18438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Methodology and process for implementation (Flow Charts/Images/ working prototype)</a:t>
            </a:r>
          </a:p>
          <a:p>
            <a:pPr algn="l">
              <a:lnSpc>
                <a:spcPts val="4899"/>
              </a:lnSpc>
            </a:pPr>
            <a:endParaRPr lang="en-US" sz="34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F30A2BD-4E2A-2C89-AFA4-EEEE073E7D3F}"/>
              </a:ext>
            </a:extLst>
          </p:cNvPr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C4BE10-1D3B-80F7-5EE6-5EBC67C50D14}"/>
              </a:ext>
            </a:extLst>
          </p:cNvPr>
          <p:cNvSpPr/>
          <p:nvPr/>
        </p:nvSpPr>
        <p:spPr>
          <a:xfrm>
            <a:off x="3615144" y="4000500"/>
            <a:ext cx="11167656" cy="5318642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3774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319732" y="985988"/>
            <a:ext cx="8227895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41851" y="3517158"/>
            <a:ext cx="12361500" cy="3728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Analysis of the feasibility of the idea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algn="l">
              <a:lnSpc>
                <a:spcPts val="4899"/>
              </a:lnSpc>
            </a:pPr>
            <a:endParaRPr lang="en-US" sz="34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Freeform 2">
            <a:extLst>
              <a:ext uri="{FF2B5EF4-FFF2-40B4-BE49-F238E27FC236}">
                <a16:creationId xmlns:a16="http://schemas.microsoft.com/office/drawing/2014/main" id="{709A4654-18C9-DABC-4A71-85A852FD1588}"/>
              </a:ext>
            </a:extLst>
          </p:cNvPr>
          <p:cNvSpPr/>
          <p:nvPr/>
        </p:nvSpPr>
        <p:spPr>
          <a:xfrm>
            <a:off x="5035850" y="1345838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B6ECF-72D9-3E7F-EB28-0F027EC83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6B2032E-D4C3-23A8-A566-0F24C2B31454}"/>
              </a:ext>
            </a:extLst>
          </p:cNvPr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5D12A5-FD3F-0E0D-9DE1-E51BD4BE67B7}"/>
              </a:ext>
            </a:extLst>
          </p:cNvPr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6F7AD2F-2771-8EDE-7DA1-97FFDDEA555A}"/>
                </a:ext>
              </a:extLst>
            </p:cNvPr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A9D1054-1D20-7F79-8FA8-046BAB6096A4}"/>
                  </a:ext>
                </a:extLst>
              </p:cNvPr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96D4590-EEE3-353C-504B-EDA6204C7B2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BF88988-8A80-2660-7C35-8E3532318F31}"/>
                </a:ext>
              </a:extLst>
            </p:cNvPr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BEFA0530-F225-C2C9-3507-5699CB5FE282}"/>
              </a:ext>
            </a:extLst>
          </p:cNvPr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B15E8E7F-5389-3B08-B1F4-F248BB9E39B3}"/>
                </a:ext>
              </a:extLst>
            </p:cNvPr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229FF4C-3656-178E-F112-404B130AAECB}"/>
                </a:ext>
              </a:extLst>
            </p:cNvPr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773EAB7-14C3-0004-03C1-8B883CA28803}"/>
              </a:ext>
            </a:extLst>
          </p:cNvPr>
          <p:cNvSpPr txBox="1"/>
          <p:nvPr/>
        </p:nvSpPr>
        <p:spPr>
          <a:xfrm>
            <a:off x="5403246" y="932953"/>
            <a:ext cx="8060867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CE6F239-5396-65BA-2A65-ACC559D42A43}"/>
              </a:ext>
            </a:extLst>
          </p:cNvPr>
          <p:cNvSpPr txBox="1"/>
          <p:nvPr/>
        </p:nvSpPr>
        <p:spPr>
          <a:xfrm>
            <a:off x="3920361" y="3517158"/>
            <a:ext cx="12361500" cy="3728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Potential challenges and risks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algn="l">
              <a:lnSpc>
                <a:spcPts val="4899"/>
              </a:lnSpc>
            </a:pPr>
            <a:endParaRPr lang="en-US" sz="34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E918C58-5498-A5D8-B26C-016B600A1346}"/>
              </a:ext>
            </a:extLst>
          </p:cNvPr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Freeform 2">
            <a:extLst>
              <a:ext uri="{FF2B5EF4-FFF2-40B4-BE49-F238E27FC236}">
                <a16:creationId xmlns:a16="http://schemas.microsoft.com/office/drawing/2014/main" id="{7E8D2606-EC1D-B074-C698-50742F13C87D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1823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9210A-F1E8-1926-F005-FF2C7E30A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949308B-300C-5715-0327-DA5596346B93}"/>
              </a:ext>
            </a:extLst>
          </p:cNvPr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BFD8753-A111-A087-D015-B80B18BEB35C}"/>
              </a:ext>
            </a:extLst>
          </p:cNvPr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BB5BF65-39D7-8C5A-3F30-F8FAF8630BE9}"/>
                </a:ext>
              </a:extLst>
            </p:cNvPr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1B05B70-4ABC-CC89-85DC-40E09E6BDB44}"/>
                  </a:ext>
                </a:extLst>
              </p:cNvPr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AB5DAF2-8B11-CF01-15F0-136B6A2C57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6E65D74-69F8-4CDC-BE4E-E3C5168F01CB}"/>
                </a:ext>
              </a:extLst>
            </p:cNvPr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96C2032-5143-3B03-4BA5-DF3D4A2C4848}"/>
              </a:ext>
            </a:extLst>
          </p:cNvPr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B974395-4197-DF7E-91F7-B29180C9E0BE}"/>
                </a:ext>
              </a:extLst>
            </p:cNvPr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B35F0B9-EA32-2956-1489-DB9AF0B22CFB}"/>
                </a:ext>
              </a:extLst>
            </p:cNvPr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294892DE-7C68-0584-B25B-9778CD722BCC}"/>
              </a:ext>
            </a:extLst>
          </p:cNvPr>
          <p:cNvSpPr txBox="1"/>
          <p:nvPr/>
        </p:nvSpPr>
        <p:spPr>
          <a:xfrm>
            <a:off x="5403246" y="947255"/>
            <a:ext cx="8060867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765369-32E1-E519-3974-B4BDEE5FD61D}"/>
              </a:ext>
            </a:extLst>
          </p:cNvPr>
          <p:cNvSpPr txBox="1"/>
          <p:nvPr/>
        </p:nvSpPr>
        <p:spPr>
          <a:xfrm>
            <a:off x="3448116" y="3628236"/>
            <a:ext cx="12361500" cy="3728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Strategies for overcoming these challenges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algn="l">
              <a:lnSpc>
                <a:spcPts val="4899"/>
              </a:lnSpc>
            </a:pPr>
            <a:endParaRPr lang="en-US" sz="34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85F3C7B-FE79-F0C4-DD13-35405EEF869B}"/>
              </a:ext>
            </a:extLst>
          </p:cNvPr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Freeform 2">
            <a:extLst>
              <a:ext uri="{FF2B5EF4-FFF2-40B4-BE49-F238E27FC236}">
                <a16:creationId xmlns:a16="http://schemas.microsoft.com/office/drawing/2014/main" id="{0B72414F-AB19-5631-282C-271D72E78837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385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979448" y="947255"/>
            <a:ext cx="6720654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15144" y="3831347"/>
            <a:ext cx="12361500" cy="3100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Potential impact on the target audience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Freeform 2">
            <a:extLst>
              <a:ext uri="{FF2B5EF4-FFF2-40B4-BE49-F238E27FC236}">
                <a16:creationId xmlns:a16="http://schemas.microsoft.com/office/drawing/2014/main" id="{6ED6D322-4D38-D67B-0005-E0716055B746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4019-728C-DB8E-2C21-C0E9A5F4E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7E57348-F690-FF7A-0897-B3D2C3475C49}"/>
              </a:ext>
            </a:extLst>
          </p:cNvPr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585C8A2-3AD1-A766-CEC2-8D8F90FC52DB}"/>
              </a:ext>
            </a:extLst>
          </p:cNvPr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E8FBE17-ADE8-986D-DA3A-C3281AF38973}"/>
                </a:ext>
              </a:extLst>
            </p:cNvPr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B9F063B-EF0C-2CA4-424E-628BDFA3A36A}"/>
                  </a:ext>
                </a:extLst>
              </p:cNvPr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EDDBB18-F772-C3D6-E54F-CB21F602CBB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0C4D395-349D-5054-EFF7-FA8B192D9167}"/>
                </a:ext>
              </a:extLst>
            </p:cNvPr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E97353BB-4F59-8973-B326-C9AB40360B3E}"/>
              </a:ext>
            </a:extLst>
          </p:cNvPr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0A5A66-2EF8-1EDF-08E3-0466259D5994}"/>
                </a:ext>
              </a:extLst>
            </p:cNvPr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73630F3-1DDD-7164-B36E-33A4C2F66697}"/>
                </a:ext>
              </a:extLst>
            </p:cNvPr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452BB940-4294-E02A-2E34-29C80772410A}"/>
              </a:ext>
            </a:extLst>
          </p:cNvPr>
          <p:cNvSpPr txBox="1"/>
          <p:nvPr/>
        </p:nvSpPr>
        <p:spPr>
          <a:xfrm>
            <a:off x="5983077" y="933450"/>
            <a:ext cx="7123323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A3A3B85-0A42-7EA1-117D-8E4CA659B0AF}"/>
              </a:ext>
            </a:extLst>
          </p:cNvPr>
          <p:cNvSpPr txBox="1"/>
          <p:nvPr/>
        </p:nvSpPr>
        <p:spPr>
          <a:xfrm>
            <a:off x="3636915" y="3517158"/>
            <a:ext cx="12361500" cy="3728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Benefits of the solution (social, economic, environmental, etc.)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22B6897-273F-3C97-CBBD-001FD37B297C}"/>
              </a:ext>
            </a:extLst>
          </p:cNvPr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Freeform 2">
            <a:extLst>
              <a:ext uri="{FF2B5EF4-FFF2-40B4-BE49-F238E27FC236}">
                <a16:creationId xmlns:a16="http://schemas.microsoft.com/office/drawing/2014/main" id="{AD8CF95E-DB0E-B670-D62B-001814A643C6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7606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4949633" y="894882"/>
            <a:ext cx="9692522" cy="670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15144" y="3467100"/>
            <a:ext cx="12361500" cy="3100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Details / Links of the reference and research work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755641" lvl="1" indent="-377820" algn="l">
              <a:lnSpc>
                <a:spcPts val="4899"/>
              </a:lnSpc>
              <a:buFont typeface="Arial"/>
              <a:buChar char="•"/>
            </a:pPr>
            <a:r>
              <a:rPr lang="en-US" sz="34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Freeform 2">
            <a:extLst>
              <a:ext uri="{FF2B5EF4-FFF2-40B4-BE49-F238E27FC236}">
                <a16:creationId xmlns:a16="http://schemas.microsoft.com/office/drawing/2014/main" id="{53799FB2-F08A-316F-D06C-4B3D5F84193F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52215" y="546926"/>
            <a:ext cx="1900850" cy="190085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894614" y="736842"/>
            <a:ext cx="2720530" cy="1521019"/>
            <a:chOff x="0" y="0"/>
            <a:chExt cx="3627373" cy="20280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3627373" cy="2028026"/>
              <a:chOff x="0" y="0"/>
              <a:chExt cx="895448" cy="50063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95448" cy="500635"/>
              </a:xfrm>
              <a:custGeom>
                <a:avLst/>
                <a:gdLst/>
                <a:ahLst/>
                <a:cxnLst/>
                <a:rect l="l" t="t" r="r" b="b"/>
                <a:pathLst>
                  <a:path w="895448" h="500635">
                    <a:moveTo>
                      <a:pt x="52373" y="0"/>
                    </a:moveTo>
                    <a:lnTo>
                      <a:pt x="843075" y="0"/>
                    </a:lnTo>
                    <a:cubicBezTo>
                      <a:pt x="856965" y="0"/>
                      <a:pt x="870286" y="5518"/>
                      <a:pt x="880108" y="15340"/>
                    </a:cubicBezTo>
                    <a:cubicBezTo>
                      <a:pt x="889930" y="25162"/>
                      <a:pt x="895448" y="38483"/>
                      <a:pt x="895448" y="52373"/>
                    </a:cubicBezTo>
                    <a:lnTo>
                      <a:pt x="895448" y="448262"/>
                    </a:lnTo>
                    <a:cubicBezTo>
                      <a:pt x="895448" y="462152"/>
                      <a:pt x="889930" y="475474"/>
                      <a:pt x="880108" y="485296"/>
                    </a:cubicBezTo>
                    <a:cubicBezTo>
                      <a:pt x="870286" y="495118"/>
                      <a:pt x="856965" y="500635"/>
                      <a:pt x="843075" y="500635"/>
                    </a:cubicBezTo>
                    <a:lnTo>
                      <a:pt x="52373" y="500635"/>
                    </a:lnTo>
                    <a:cubicBezTo>
                      <a:pt x="38483" y="500635"/>
                      <a:pt x="25162" y="495118"/>
                      <a:pt x="15340" y="485296"/>
                    </a:cubicBezTo>
                    <a:cubicBezTo>
                      <a:pt x="5518" y="475474"/>
                      <a:pt x="0" y="462152"/>
                      <a:pt x="0" y="448262"/>
                    </a:cubicBezTo>
                    <a:lnTo>
                      <a:pt x="0" y="52373"/>
                    </a:lnTo>
                    <a:cubicBezTo>
                      <a:pt x="0" y="38483"/>
                      <a:pt x="5518" y="25162"/>
                      <a:pt x="15340" y="15340"/>
                    </a:cubicBezTo>
                    <a:cubicBezTo>
                      <a:pt x="25162" y="5518"/>
                      <a:pt x="38483" y="0"/>
                      <a:pt x="523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895448" cy="53873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222703" y="354116"/>
              <a:ext cx="3181967" cy="1272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Team </a:t>
              </a:r>
            </a:p>
            <a:p>
              <a:pPr algn="ctr">
                <a:lnSpc>
                  <a:spcPts val="3957"/>
                </a:lnSpc>
              </a:pPr>
              <a:r>
                <a:rPr lang="en-US" sz="282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Name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99924"/>
            <a:ext cx="18288000" cy="787076"/>
            <a:chOff x="0" y="0"/>
            <a:chExt cx="4816593" cy="2072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207296"/>
            </a:xfrm>
            <a:custGeom>
              <a:avLst/>
              <a:gdLst/>
              <a:ahLst/>
              <a:cxnLst/>
              <a:rect l="l" t="t" r="r" b="b"/>
              <a:pathLst>
                <a:path w="4816592" h="207296">
                  <a:moveTo>
                    <a:pt x="0" y="0"/>
                  </a:moveTo>
                  <a:lnTo>
                    <a:pt x="4816592" y="0"/>
                  </a:lnTo>
                  <a:lnTo>
                    <a:pt x="4816592" y="207296"/>
                  </a:lnTo>
                  <a:lnTo>
                    <a:pt x="0" y="207296"/>
                  </a:lnTo>
                  <a:close/>
                </a:path>
              </a:pathLst>
            </a:custGeom>
            <a:solidFill>
              <a:srgbClr val="6652D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245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167782" y="933450"/>
            <a:ext cx="9219898" cy="670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44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IMPORTANT INSTRUCTIONS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5771" y="2865524"/>
            <a:ext cx="17396457" cy="6159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 algn="l">
              <a:lnSpc>
                <a:spcPts val="4899"/>
              </a:lnSpc>
              <a:buAutoNum type="arabicPeriod"/>
            </a:pPr>
            <a:r>
              <a:rPr lang="en-US" sz="3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Kindly keep the maximum slides limit up to six (6). ( Including the title slide) </a:t>
            </a:r>
          </a:p>
          <a:p>
            <a:pPr marL="755641" lvl="1" indent="-377820" algn="l">
              <a:lnSpc>
                <a:spcPts val="4899"/>
              </a:lnSpc>
              <a:buAutoNum type="arabicPeriod"/>
            </a:pPr>
            <a:r>
              <a:rPr lang="en-US" sz="3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Try to avoid paragraphs and post your idea in points /diagrams / Infographics pictures </a:t>
            </a:r>
          </a:p>
          <a:p>
            <a:pPr marL="755641" lvl="1" indent="-377820" algn="l">
              <a:lnSpc>
                <a:spcPts val="4899"/>
              </a:lnSpc>
              <a:buAutoNum type="arabicPeriod"/>
            </a:pPr>
            <a:r>
              <a:rPr lang="en-US" sz="3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Keep your explanation precise and easy to understand</a:t>
            </a:r>
          </a:p>
          <a:p>
            <a:pPr marL="755641" lvl="1" indent="-377820" algn="l">
              <a:lnSpc>
                <a:spcPts val="4899"/>
              </a:lnSpc>
              <a:buAutoNum type="arabicPeriod"/>
            </a:pPr>
            <a:r>
              <a:rPr lang="en-US" sz="3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Idea should be unique and novel. </a:t>
            </a:r>
          </a:p>
          <a:p>
            <a:pPr marL="755641" lvl="1" indent="-377820" algn="l">
              <a:lnSpc>
                <a:spcPts val="4899"/>
              </a:lnSpc>
              <a:buAutoNum type="arabicPeriod"/>
            </a:pPr>
            <a:r>
              <a:rPr lang="en-US" sz="3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You can only use provided template for making the PPT without changing the idea details pointers (mentioned in previous slides).</a:t>
            </a:r>
          </a:p>
          <a:p>
            <a:pPr marL="755641" lvl="1" indent="-377820" algn="l">
              <a:lnSpc>
                <a:spcPts val="4899"/>
              </a:lnSpc>
              <a:buAutoNum type="arabicPeriod"/>
            </a:pPr>
            <a:r>
              <a:rPr lang="en-US" sz="3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You need to save the file in PDF and upload the same on portal. No PPT, Word Doc or any other format will be supported.</a:t>
            </a:r>
          </a:p>
          <a:p>
            <a:pPr algn="l">
              <a:lnSpc>
                <a:spcPts val="4899"/>
              </a:lnSpc>
            </a:pPr>
            <a:endParaRPr lang="en-US" sz="3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983077" y="9704587"/>
            <a:ext cx="6321847" cy="763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@ IGNITE 2K26 IDEA SUBMISSION -TEMPLATE  </a:t>
            </a:r>
          </a:p>
          <a:p>
            <a:pPr algn="ctr">
              <a:lnSpc>
                <a:spcPts val="3080"/>
              </a:lnSpc>
            </a:pPr>
            <a:endParaRPr lang="en-US" sz="22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Freeform 2">
            <a:extLst>
              <a:ext uri="{FF2B5EF4-FFF2-40B4-BE49-F238E27FC236}">
                <a16:creationId xmlns:a16="http://schemas.microsoft.com/office/drawing/2014/main" id="{FE260E55-4684-4011-8CCF-8C60D4105D74}"/>
              </a:ext>
            </a:extLst>
          </p:cNvPr>
          <p:cNvSpPr/>
          <p:nvPr/>
        </p:nvSpPr>
        <p:spPr>
          <a:xfrm>
            <a:off x="5014078" y="1282700"/>
            <a:ext cx="8839200" cy="7848600"/>
          </a:xfrm>
          <a:custGeom>
            <a:avLst/>
            <a:gdLst/>
            <a:ahLst/>
            <a:cxnLst/>
            <a:rect l="l" t="t" r="r" b="b"/>
            <a:pathLst>
              <a:path w="1900850" h="1900850">
                <a:moveTo>
                  <a:pt x="0" y="0"/>
                </a:moveTo>
                <a:lnTo>
                  <a:pt x="1900849" y="0"/>
                </a:lnTo>
                <a:lnTo>
                  <a:pt x="1900849" y="1900850"/>
                </a:lnTo>
                <a:lnTo>
                  <a:pt x="0" y="190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443</Words>
  <Application>Microsoft Office PowerPoint</Application>
  <PresentationFormat>Custom</PresentationFormat>
  <Paragraphs>122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2K26</dc:title>
  <cp:lastModifiedBy>Vignesh 1711</cp:lastModifiedBy>
  <cp:revision>6</cp:revision>
  <dcterms:created xsi:type="dcterms:W3CDTF">2006-08-16T00:00:00Z</dcterms:created>
  <dcterms:modified xsi:type="dcterms:W3CDTF">2026-02-17T06:18:51Z</dcterms:modified>
  <dc:identifier>DAHBT35x5jc</dc:identifier>
</cp:coreProperties>
</file>